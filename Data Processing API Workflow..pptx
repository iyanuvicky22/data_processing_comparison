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524FCC-2D53-4185-8964-4F9DD0610B86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G"/>
        </a:p>
      </dgm:t>
    </dgm:pt>
    <dgm:pt modelId="{67841303-A00A-48C9-B770-55F7A4E862F6}">
      <dgm:prSet phldrT="[Text]"/>
      <dgm:spPr/>
      <dgm:t>
        <a:bodyPr/>
        <a:lstStyle/>
        <a:p>
          <a:r>
            <a:rPr lang="en-US" dirty="0"/>
            <a:t>Create script for downloading data using requests package.</a:t>
          </a:r>
          <a:endParaRPr lang="en-NG" dirty="0"/>
        </a:p>
      </dgm:t>
    </dgm:pt>
    <dgm:pt modelId="{D2613AF5-EFF6-4785-AE9D-1B0694584972}" type="parTrans" cxnId="{38F5477F-AA19-4612-88E2-8A5692757398}">
      <dgm:prSet/>
      <dgm:spPr/>
      <dgm:t>
        <a:bodyPr/>
        <a:lstStyle/>
        <a:p>
          <a:endParaRPr lang="en-NG"/>
        </a:p>
      </dgm:t>
    </dgm:pt>
    <dgm:pt modelId="{19D677CB-FD8F-4020-80AC-96C6B3A1F63A}" type="sibTrans" cxnId="{38F5477F-AA19-4612-88E2-8A5692757398}">
      <dgm:prSet/>
      <dgm:spPr/>
      <dgm:t>
        <a:bodyPr/>
        <a:lstStyle/>
        <a:p>
          <a:endParaRPr lang="en-NG"/>
        </a:p>
      </dgm:t>
    </dgm:pt>
    <dgm:pt modelId="{13C9624F-B635-434E-B860-CC86E94D940F}">
      <dgm:prSet phldrT="[Text]"/>
      <dgm:spPr/>
      <dgm:t>
        <a:bodyPr/>
        <a:lstStyle/>
        <a:p>
          <a:r>
            <a:rPr lang="en-US" dirty="0"/>
            <a:t>CALL FASTAPI  TO ACCESS DATA PROCESSING API.</a:t>
          </a:r>
          <a:endParaRPr lang="en-NG" dirty="0"/>
        </a:p>
      </dgm:t>
    </dgm:pt>
    <dgm:pt modelId="{6CF8658E-0AB9-41E5-848A-F97860B7F81D}" type="parTrans" cxnId="{B2123575-5B71-4622-8FDB-04B43AB509D1}">
      <dgm:prSet/>
      <dgm:spPr/>
      <dgm:t>
        <a:bodyPr/>
        <a:lstStyle/>
        <a:p>
          <a:endParaRPr lang="en-NG"/>
        </a:p>
      </dgm:t>
    </dgm:pt>
    <dgm:pt modelId="{FC3840BC-5692-4286-9976-B75EDF8F49B1}" type="sibTrans" cxnId="{B2123575-5B71-4622-8FDB-04B43AB509D1}">
      <dgm:prSet/>
      <dgm:spPr/>
      <dgm:t>
        <a:bodyPr/>
        <a:lstStyle/>
        <a:p>
          <a:endParaRPr lang="en-NG"/>
        </a:p>
      </dgm:t>
    </dgm:pt>
    <dgm:pt modelId="{87315D13-A2D5-4F7E-A072-EE285082AA47}">
      <dgm:prSet phldrT="[Text]"/>
      <dgm:spPr/>
      <dgm:t>
        <a:bodyPr/>
        <a:lstStyle/>
        <a:p>
          <a:r>
            <a:rPr lang="en-GB" dirty="0"/>
            <a:t>Aggregating Categorical and Numerical columns to gain insights.</a:t>
          </a:r>
          <a:endParaRPr lang="en-NG" dirty="0"/>
        </a:p>
      </dgm:t>
    </dgm:pt>
    <dgm:pt modelId="{A9D528EB-A868-4B75-9A0A-B408C6E1AC0C}" type="parTrans" cxnId="{BCDC67D7-A6B3-40BF-9296-C6FE9A687701}">
      <dgm:prSet/>
      <dgm:spPr/>
      <dgm:t>
        <a:bodyPr/>
        <a:lstStyle/>
        <a:p>
          <a:endParaRPr lang="en-NG"/>
        </a:p>
      </dgm:t>
    </dgm:pt>
    <dgm:pt modelId="{68122244-3C32-42BF-A17E-38BBCEFBD598}" type="sibTrans" cxnId="{BCDC67D7-A6B3-40BF-9296-C6FE9A687701}">
      <dgm:prSet/>
      <dgm:spPr/>
      <dgm:t>
        <a:bodyPr/>
        <a:lstStyle/>
        <a:p>
          <a:endParaRPr lang="en-NG"/>
        </a:p>
      </dgm:t>
    </dgm:pt>
    <dgm:pt modelId="{93D126ED-8943-43E4-B7ED-7BC2DF5052D0}">
      <dgm:prSet phldrT="[Text]"/>
      <dgm:spPr/>
      <dgm:t>
        <a:bodyPr/>
        <a:lstStyle/>
        <a:p>
          <a:r>
            <a:rPr lang="en-GB" dirty="0"/>
            <a:t>Cleaning Loaded datasets</a:t>
          </a:r>
          <a:endParaRPr lang="en-NG" dirty="0"/>
        </a:p>
      </dgm:t>
    </dgm:pt>
    <dgm:pt modelId="{91B18E50-A7D8-4014-B7EC-324C90883ECE}" type="parTrans" cxnId="{6BEC8B05-BEFC-4561-B4BA-EAD742D449FD}">
      <dgm:prSet/>
      <dgm:spPr/>
      <dgm:t>
        <a:bodyPr/>
        <a:lstStyle/>
        <a:p>
          <a:endParaRPr lang="en-NG"/>
        </a:p>
      </dgm:t>
    </dgm:pt>
    <dgm:pt modelId="{AC33D8AC-BE7A-4264-A1AD-CFFC64323CD1}" type="sibTrans" cxnId="{6BEC8B05-BEFC-4561-B4BA-EAD742D449FD}">
      <dgm:prSet/>
      <dgm:spPr/>
      <dgm:t>
        <a:bodyPr/>
        <a:lstStyle/>
        <a:p>
          <a:endParaRPr lang="en-NG"/>
        </a:p>
      </dgm:t>
    </dgm:pt>
    <dgm:pt modelId="{E087B260-BF21-4691-92A6-67D1CF95EFE6}">
      <dgm:prSet phldrT="[Text]"/>
      <dgm:spPr/>
      <dgm:t>
        <a:bodyPr/>
        <a:lstStyle/>
        <a:p>
          <a:r>
            <a:rPr lang="en-GB" dirty="0"/>
            <a:t>Loading separate sheets using pandas and </a:t>
          </a:r>
          <a:r>
            <a:rPr lang="en-GB" dirty="0" err="1"/>
            <a:t>polars</a:t>
          </a:r>
          <a:r>
            <a:rPr lang="en-GB" dirty="0"/>
            <a:t> and comparing time taken.</a:t>
          </a:r>
          <a:endParaRPr lang="en-NG" dirty="0"/>
        </a:p>
      </dgm:t>
    </dgm:pt>
    <dgm:pt modelId="{CF98F446-91DB-4E31-9234-7D305D764E30}" type="parTrans" cxnId="{1C0F24B4-4465-4FED-8603-8CEB36100B70}">
      <dgm:prSet/>
      <dgm:spPr/>
      <dgm:t>
        <a:bodyPr/>
        <a:lstStyle/>
        <a:p>
          <a:endParaRPr lang="en-NG"/>
        </a:p>
      </dgm:t>
    </dgm:pt>
    <dgm:pt modelId="{B4D454C7-C501-44FC-9331-0BE0686A291F}" type="sibTrans" cxnId="{1C0F24B4-4465-4FED-8603-8CEB36100B70}">
      <dgm:prSet/>
      <dgm:spPr/>
      <dgm:t>
        <a:bodyPr/>
        <a:lstStyle/>
        <a:p>
          <a:endParaRPr lang="en-NG"/>
        </a:p>
      </dgm:t>
    </dgm:pt>
    <dgm:pt modelId="{B5993828-D23E-4C01-80B0-148A7FC68A15}">
      <dgm:prSet phldrT="[Text]"/>
      <dgm:spPr/>
      <dgm:t>
        <a:bodyPr/>
        <a:lstStyle/>
        <a:p>
          <a:r>
            <a:rPr lang="en-GB" dirty="0"/>
            <a:t>Download processed files as Json and Parquet file types.</a:t>
          </a:r>
          <a:r>
            <a:rPr lang="en-US" dirty="0"/>
            <a:t>.</a:t>
          </a:r>
          <a:endParaRPr lang="en-NG" dirty="0"/>
        </a:p>
      </dgm:t>
    </dgm:pt>
    <dgm:pt modelId="{A82DA326-6D04-4000-A162-294798FDB433}" type="parTrans" cxnId="{5BD61A3F-8A63-464D-85DE-AAE2AA0DB159}">
      <dgm:prSet/>
      <dgm:spPr/>
      <dgm:t>
        <a:bodyPr/>
        <a:lstStyle/>
        <a:p>
          <a:endParaRPr lang="en-NG"/>
        </a:p>
      </dgm:t>
    </dgm:pt>
    <dgm:pt modelId="{06C90BC1-A141-4F66-9DAD-6F47BD860F6E}" type="sibTrans" cxnId="{5BD61A3F-8A63-464D-85DE-AAE2AA0DB159}">
      <dgm:prSet/>
      <dgm:spPr/>
      <dgm:t>
        <a:bodyPr/>
        <a:lstStyle/>
        <a:p>
          <a:endParaRPr lang="en-NG"/>
        </a:p>
      </dgm:t>
    </dgm:pt>
    <dgm:pt modelId="{D6834361-E112-41E9-AF4F-877B6B60A850}">
      <dgm:prSet phldrT="[Text]"/>
      <dgm:spPr/>
      <dgm:t>
        <a:bodyPr/>
        <a:lstStyle/>
        <a:p>
          <a:r>
            <a:rPr lang="en-US" dirty="0"/>
            <a:t>Create project folder using poetry and installing dependencies.</a:t>
          </a:r>
          <a:endParaRPr lang="en-NG" dirty="0"/>
        </a:p>
      </dgm:t>
    </dgm:pt>
    <dgm:pt modelId="{568730DA-EB84-4168-A5CD-A90AE5316BCC}" type="sibTrans" cxnId="{49289489-B100-4FC1-B237-1C27C419DD81}">
      <dgm:prSet/>
      <dgm:spPr/>
      <dgm:t>
        <a:bodyPr/>
        <a:lstStyle/>
        <a:p>
          <a:endParaRPr lang="en-NG"/>
        </a:p>
      </dgm:t>
    </dgm:pt>
    <dgm:pt modelId="{ABD5AFDF-A3F3-47BC-BCA1-46E722DC4506}" type="parTrans" cxnId="{49289489-B100-4FC1-B237-1C27C419DD81}">
      <dgm:prSet/>
      <dgm:spPr/>
      <dgm:t>
        <a:bodyPr/>
        <a:lstStyle/>
        <a:p>
          <a:endParaRPr lang="en-NG"/>
        </a:p>
      </dgm:t>
    </dgm:pt>
    <dgm:pt modelId="{DE13754D-C087-4001-96FC-F48F529547A3}" type="pres">
      <dgm:prSet presAssocID="{8B524FCC-2D53-4185-8964-4F9DD0610B86}" presName="Name0" presStyleCnt="0">
        <dgm:presLayoutVars>
          <dgm:dir/>
          <dgm:resizeHandles/>
        </dgm:presLayoutVars>
      </dgm:prSet>
      <dgm:spPr/>
    </dgm:pt>
    <dgm:pt modelId="{305FC27A-F37E-4B44-B24C-18E293F545A8}" type="pres">
      <dgm:prSet presAssocID="{D6834361-E112-41E9-AF4F-877B6B60A850}" presName="compNode" presStyleCnt="0"/>
      <dgm:spPr/>
    </dgm:pt>
    <dgm:pt modelId="{551B2B42-A786-4ACE-AD51-1C6D5A5CC502}" type="pres">
      <dgm:prSet presAssocID="{D6834361-E112-41E9-AF4F-877B6B60A850}" presName="dummyConnPt" presStyleCnt="0"/>
      <dgm:spPr/>
    </dgm:pt>
    <dgm:pt modelId="{AE348415-39DE-4D50-9BAF-3A3C7AA9E0CF}" type="pres">
      <dgm:prSet presAssocID="{D6834361-E112-41E9-AF4F-877B6B60A850}" presName="node" presStyleLbl="node1" presStyleIdx="0" presStyleCnt="7">
        <dgm:presLayoutVars>
          <dgm:bulletEnabled val="1"/>
        </dgm:presLayoutVars>
      </dgm:prSet>
      <dgm:spPr/>
    </dgm:pt>
    <dgm:pt modelId="{FFE79E8F-4EFA-4461-BE81-6C5AB6FF7469}" type="pres">
      <dgm:prSet presAssocID="{568730DA-EB84-4168-A5CD-A90AE5316BCC}" presName="sibTrans" presStyleLbl="bgSibTrans2D1" presStyleIdx="0" presStyleCnt="6"/>
      <dgm:spPr/>
    </dgm:pt>
    <dgm:pt modelId="{AC062A8D-A04F-41AD-97DE-84C772634F09}" type="pres">
      <dgm:prSet presAssocID="{67841303-A00A-48C9-B770-55F7A4E862F6}" presName="compNode" presStyleCnt="0"/>
      <dgm:spPr/>
    </dgm:pt>
    <dgm:pt modelId="{4E576774-7380-4D16-A210-649226B1B91A}" type="pres">
      <dgm:prSet presAssocID="{67841303-A00A-48C9-B770-55F7A4E862F6}" presName="dummyConnPt" presStyleCnt="0"/>
      <dgm:spPr/>
    </dgm:pt>
    <dgm:pt modelId="{399F3152-19E8-481F-9824-8BFCDF53C76E}" type="pres">
      <dgm:prSet presAssocID="{67841303-A00A-48C9-B770-55F7A4E862F6}" presName="node" presStyleLbl="node1" presStyleIdx="1" presStyleCnt="7">
        <dgm:presLayoutVars>
          <dgm:bulletEnabled val="1"/>
        </dgm:presLayoutVars>
      </dgm:prSet>
      <dgm:spPr/>
    </dgm:pt>
    <dgm:pt modelId="{3E713587-2C30-4A13-8A24-6F47712F0978}" type="pres">
      <dgm:prSet presAssocID="{19D677CB-FD8F-4020-80AC-96C6B3A1F63A}" presName="sibTrans" presStyleLbl="bgSibTrans2D1" presStyleIdx="1" presStyleCnt="6"/>
      <dgm:spPr/>
    </dgm:pt>
    <dgm:pt modelId="{B515A1DA-5FBE-46A9-ABA6-36222E51954E}" type="pres">
      <dgm:prSet presAssocID="{13C9624F-B635-434E-B860-CC86E94D940F}" presName="compNode" presStyleCnt="0"/>
      <dgm:spPr/>
    </dgm:pt>
    <dgm:pt modelId="{34EB6280-E701-448C-A3A7-86BDF8C1B9F8}" type="pres">
      <dgm:prSet presAssocID="{13C9624F-B635-434E-B860-CC86E94D940F}" presName="dummyConnPt" presStyleCnt="0"/>
      <dgm:spPr/>
    </dgm:pt>
    <dgm:pt modelId="{221AFABA-0F78-47D4-9FBF-A572FA06E8C7}" type="pres">
      <dgm:prSet presAssocID="{13C9624F-B635-434E-B860-CC86E94D940F}" presName="node" presStyleLbl="node1" presStyleIdx="2" presStyleCnt="7">
        <dgm:presLayoutVars>
          <dgm:bulletEnabled val="1"/>
        </dgm:presLayoutVars>
      </dgm:prSet>
      <dgm:spPr/>
    </dgm:pt>
    <dgm:pt modelId="{FC3195AB-8202-4A17-9946-47AB8FC26BBF}" type="pres">
      <dgm:prSet presAssocID="{FC3840BC-5692-4286-9976-B75EDF8F49B1}" presName="sibTrans" presStyleLbl="bgSibTrans2D1" presStyleIdx="2" presStyleCnt="6"/>
      <dgm:spPr/>
    </dgm:pt>
    <dgm:pt modelId="{C25F8390-AF54-4A30-AE6A-3707E6AB6983}" type="pres">
      <dgm:prSet presAssocID="{87315D13-A2D5-4F7E-A072-EE285082AA47}" presName="compNode" presStyleCnt="0"/>
      <dgm:spPr/>
    </dgm:pt>
    <dgm:pt modelId="{C8CA53F5-B592-4ABF-81A4-DF7DD901C25B}" type="pres">
      <dgm:prSet presAssocID="{87315D13-A2D5-4F7E-A072-EE285082AA47}" presName="dummyConnPt" presStyleCnt="0"/>
      <dgm:spPr/>
    </dgm:pt>
    <dgm:pt modelId="{74353E8C-3A87-4F27-8596-CB3E0811C44E}" type="pres">
      <dgm:prSet presAssocID="{87315D13-A2D5-4F7E-A072-EE285082AA47}" presName="node" presStyleLbl="node1" presStyleIdx="3" presStyleCnt="7">
        <dgm:presLayoutVars>
          <dgm:bulletEnabled val="1"/>
        </dgm:presLayoutVars>
      </dgm:prSet>
      <dgm:spPr/>
    </dgm:pt>
    <dgm:pt modelId="{C559667C-A9BA-47B4-B41D-56C61DB3894D}" type="pres">
      <dgm:prSet presAssocID="{68122244-3C32-42BF-A17E-38BBCEFBD598}" presName="sibTrans" presStyleLbl="bgSibTrans2D1" presStyleIdx="3" presStyleCnt="6"/>
      <dgm:spPr/>
    </dgm:pt>
    <dgm:pt modelId="{D606D4CA-B139-491C-83D3-7095361D6DC9}" type="pres">
      <dgm:prSet presAssocID="{93D126ED-8943-43E4-B7ED-7BC2DF5052D0}" presName="compNode" presStyleCnt="0"/>
      <dgm:spPr/>
    </dgm:pt>
    <dgm:pt modelId="{DC9FD68B-8A28-4E79-ACDF-80CD4A643F6F}" type="pres">
      <dgm:prSet presAssocID="{93D126ED-8943-43E4-B7ED-7BC2DF5052D0}" presName="dummyConnPt" presStyleCnt="0"/>
      <dgm:spPr/>
    </dgm:pt>
    <dgm:pt modelId="{22578189-D89A-4754-B497-341C193B50C2}" type="pres">
      <dgm:prSet presAssocID="{93D126ED-8943-43E4-B7ED-7BC2DF5052D0}" presName="node" presStyleLbl="node1" presStyleIdx="4" presStyleCnt="7" custLinFactNeighborX="-28">
        <dgm:presLayoutVars>
          <dgm:bulletEnabled val="1"/>
        </dgm:presLayoutVars>
      </dgm:prSet>
      <dgm:spPr/>
    </dgm:pt>
    <dgm:pt modelId="{2FCA3B48-1FD7-4C4A-95D1-4F44518DF387}" type="pres">
      <dgm:prSet presAssocID="{AC33D8AC-BE7A-4264-A1AD-CFFC64323CD1}" presName="sibTrans" presStyleLbl="bgSibTrans2D1" presStyleIdx="4" presStyleCnt="6"/>
      <dgm:spPr/>
    </dgm:pt>
    <dgm:pt modelId="{B6C1DD28-116F-4C51-9F3F-BE2FE23A27FB}" type="pres">
      <dgm:prSet presAssocID="{E087B260-BF21-4691-92A6-67D1CF95EFE6}" presName="compNode" presStyleCnt="0"/>
      <dgm:spPr/>
    </dgm:pt>
    <dgm:pt modelId="{C36A2B99-EA39-4191-A025-8BEAA78B0997}" type="pres">
      <dgm:prSet presAssocID="{E087B260-BF21-4691-92A6-67D1CF95EFE6}" presName="dummyConnPt" presStyleCnt="0"/>
      <dgm:spPr/>
    </dgm:pt>
    <dgm:pt modelId="{22304B63-0D55-490B-9389-B58E0699E414}" type="pres">
      <dgm:prSet presAssocID="{E087B260-BF21-4691-92A6-67D1CF95EFE6}" presName="node" presStyleLbl="node1" presStyleIdx="5" presStyleCnt="7" custLinFactNeighborX="-28">
        <dgm:presLayoutVars>
          <dgm:bulletEnabled val="1"/>
        </dgm:presLayoutVars>
      </dgm:prSet>
      <dgm:spPr/>
    </dgm:pt>
    <dgm:pt modelId="{A3568425-77D3-4B64-B2E8-51005C3CF175}" type="pres">
      <dgm:prSet presAssocID="{B4D454C7-C501-44FC-9331-0BE0686A291F}" presName="sibTrans" presStyleLbl="bgSibTrans2D1" presStyleIdx="5" presStyleCnt="6"/>
      <dgm:spPr/>
    </dgm:pt>
    <dgm:pt modelId="{741B33E7-16FE-4896-ACD4-40510388B3C3}" type="pres">
      <dgm:prSet presAssocID="{B5993828-D23E-4C01-80B0-148A7FC68A15}" presName="compNode" presStyleCnt="0"/>
      <dgm:spPr/>
    </dgm:pt>
    <dgm:pt modelId="{C5D27CBF-BCA3-4358-AF48-142AD56634D2}" type="pres">
      <dgm:prSet presAssocID="{B5993828-D23E-4C01-80B0-148A7FC68A15}" presName="dummyConnPt" presStyleCnt="0"/>
      <dgm:spPr/>
    </dgm:pt>
    <dgm:pt modelId="{31AC2B04-1465-43F3-ADC4-C129B93851C9}" type="pres">
      <dgm:prSet presAssocID="{B5993828-D23E-4C01-80B0-148A7FC68A15}" presName="node" presStyleLbl="node1" presStyleIdx="6" presStyleCnt="7">
        <dgm:presLayoutVars>
          <dgm:bulletEnabled val="1"/>
        </dgm:presLayoutVars>
      </dgm:prSet>
      <dgm:spPr/>
    </dgm:pt>
  </dgm:ptLst>
  <dgm:cxnLst>
    <dgm:cxn modelId="{E0FD8004-A9A7-4305-A6DD-6E1DAEF51FBF}" type="presOf" srcId="{93D126ED-8943-43E4-B7ED-7BC2DF5052D0}" destId="{22578189-D89A-4754-B497-341C193B50C2}" srcOrd="0" destOrd="0" presId="urn:microsoft.com/office/officeart/2005/8/layout/bProcess4"/>
    <dgm:cxn modelId="{6BEC8B05-BEFC-4561-B4BA-EAD742D449FD}" srcId="{8B524FCC-2D53-4185-8964-4F9DD0610B86}" destId="{93D126ED-8943-43E4-B7ED-7BC2DF5052D0}" srcOrd="4" destOrd="0" parTransId="{91B18E50-A7D8-4014-B7EC-324C90883ECE}" sibTransId="{AC33D8AC-BE7A-4264-A1AD-CFFC64323CD1}"/>
    <dgm:cxn modelId="{E09D4215-0AF0-418C-AED9-16FFC63490F2}" type="presOf" srcId="{8B524FCC-2D53-4185-8964-4F9DD0610B86}" destId="{DE13754D-C087-4001-96FC-F48F529547A3}" srcOrd="0" destOrd="0" presId="urn:microsoft.com/office/officeart/2005/8/layout/bProcess4"/>
    <dgm:cxn modelId="{06687617-1923-419D-80D6-A787CFF60150}" type="presOf" srcId="{13C9624F-B635-434E-B860-CC86E94D940F}" destId="{221AFABA-0F78-47D4-9FBF-A572FA06E8C7}" srcOrd="0" destOrd="0" presId="urn:microsoft.com/office/officeart/2005/8/layout/bProcess4"/>
    <dgm:cxn modelId="{D2D31A1B-97FF-487C-BA84-73A68FCA81F3}" type="presOf" srcId="{B4D454C7-C501-44FC-9331-0BE0686A291F}" destId="{A3568425-77D3-4B64-B2E8-51005C3CF175}" srcOrd="0" destOrd="0" presId="urn:microsoft.com/office/officeart/2005/8/layout/bProcess4"/>
    <dgm:cxn modelId="{28B6A539-674F-4504-98F6-2E403D39E9F6}" type="presOf" srcId="{B5993828-D23E-4C01-80B0-148A7FC68A15}" destId="{31AC2B04-1465-43F3-ADC4-C129B93851C9}" srcOrd="0" destOrd="0" presId="urn:microsoft.com/office/officeart/2005/8/layout/bProcess4"/>
    <dgm:cxn modelId="{5BD61A3F-8A63-464D-85DE-AAE2AA0DB159}" srcId="{8B524FCC-2D53-4185-8964-4F9DD0610B86}" destId="{B5993828-D23E-4C01-80B0-148A7FC68A15}" srcOrd="6" destOrd="0" parTransId="{A82DA326-6D04-4000-A162-294798FDB433}" sibTransId="{06C90BC1-A141-4F66-9DAD-6F47BD860F6E}"/>
    <dgm:cxn modelId="{218B3066-14E2-4574-8076-0C8920C90A3C}" type="presOf" srcId="{67841303-A00A-48C9-B770-55F7A4E862F6}" destId="{399F3152-19E8-481F-9824-8BFCDF53C76E}" srcOrd="0" destOrd="0" presId="urn:microsoft.com/office/officeart/2005/8/layout/bProcess4"/>
    <dgm:cxn modelId="{E0E87447-846C-4140-8487-30B862AFC070}" type="presOf" srcId="{D6834361-E112-41E9-AF4F-877B6B60A850}" destId="{AE348415-39DE-4D50-9BAF-3A3C7AA9E0CF}" srcOrd="0" destOrd="0" presId="urn:microsoft.com/office/officeart/2005/8/layout/bProcess4"/>
    <dgm:cxn modelId="{B2123575-5B71-4622-8FDB-04B43AB509D1}" srcId="{8B524FCC-2D53-4185-8964-4F9DD0610B86}" destId="{13C9624F-B635-434E-B860-CC86E94D940F}" srcOrd="2" destOrd="0" parTransId="{6CF8658E-0AB9-41E5-848A-F97860B7F81D}" sibTransId="{FC3840BC-5692-4286-9976-B75EDF8F49B1}"/>
    <dgm:cxn modelId="{38F5477F-AA19-4612-88E2-8A5692757398}" srcId="{8B524FCC-2D53-4185-8964-4F9DD0610B86}" destId="{67841303-A00A-48C9-B770-55F7A4E862F6}" srcOrd="1" destOrd="0" parTransId="{D2613AF5-EFF6-4785-AE9D-1B0694584972}" sibTransId="{19D677CB-FD8F-4020-80AC-96C6B3A1F63A}"/>
    <dgm:cxn modelId="{49289489-B100-4FC1-B237-1C27C419DD81}" srcId="{8B524FCC-2D53-4185-8964-4F9DD0610B86}" destId="{D6834361-E112-41E9-AF4F-877B6B60A850}" srcOrd="0" destOrd="0" parTransId="{ABD5AFDF-A3F3-47BC-BCA1-46E722DC4506}" sibTransId="{568730DA-EB84-4168-A5CD-A90AE5316BCC}"/>
    <dgm:cxn modelId="{89A8128F-351F-4FDE-8AE1-2A438EDFC28B}" type="presOf" srcId="{568730DA-EB84-4168-A5CD-A90AE5316BCC}" destId="{FFE79E8F-4EFA-4461-BE81-6C5AB6FF7469}" srcOrd="0" destOrd="0" presId="urn:microsoft.com/office/officeart/2005/8/layout/bProcess4"/>
    <dgm:cxn modelId="{1A3CD096-E1D3-435E-B472-A6B11F5B64F1}" type="presOf" srcId="{FC3840BC-5692-4286-9976-B75EDF8F49B1}" destId="{FC3195AB-8202-4A17-9946-47AB8FC26BBF}" srcOrd="0" destOrd="0" presId="urn:microsoft.com/office/officeart/2005/8/layout/bProcess4"/>
    <dgm:cxn modelId="{DCCA40A7-6859-40DB-9845-D9687912AF22}" type="presOf" srcId="{68122244-3C32-42BF-A17E-38BBCEFBD598}" destId="{C559667C-A9BA-47B4-B41D-56C61DB3894D}" srcOrd="0" destOrd="0" presId="urn:microsoft.com/office/officeart/2005/8/layout/bProcess4"/>
    <dgm:cxn modelId="{1C0F24B4-4465-4FED-8603-8CEB36100B70}" srcId="{8B524FCC-2D53-4185-8964-4F9DD0610B86}" destId="{E087B260-BF21-4691-92A6-67D1CF95EFE6}" srcOrd="5" destOrd="0" parTransId="{CF98F446-91DB-4E31-9234-7D305D764E30}" sibTransId="{B4D454C7-C501-44FC-9331-0BE0686A291F}"/>
    <dgm:cxn modelId="{052394B4-18C3-48D4-8D90-4E5EEFF46F96}" type="presOf" srcId="{19D677CB-FD8F-4020-80AC-96C6B3A1F63A}" destId="{3E713587-2C30-4A13-8A24-6F47712F0978}" srcOrd="0" destOrd="0" presId="urn:microsoft.com/office/officeart/2005/8/layout/bProcess4"/>
    <dgm:cxn modelId="{5266B3D0-645E-4592-BECC-237B7E03D54E}" type="presOf" srcId="{E087B260-BF21-4691-92A6-67D1CF95EFE6}" destId="{22304B63-0D55-490B-9389-B58E0699E414}" srcOrd="0" destOrd="0" presId="urn:microsoft.com/office/officeart/2005/8/layout/bProcess4"/>
    <dgm:cxn modelId="{2E02DED6-34A7-4167-95AD-4A734D2D459D}" type="presOf" srcId="{87315D13-A2D5-4F7E-A072-EE285082AA47}" destId="{74353E8C-3A87-4F27-8596-CB3E0811C44E}" srcOrd="0" destOrd="0" presId="urn:microsoft.com/office/officeart/2005/8/layout/bProcess4"/>
    <dgm:cxn modelId="{BCDC67D7-A6B3-40BF-9296-C6FE9A687701}" srcId="{8B524FCC-2D53-4185-8964-4F9DD0610B86}" destId="{87315D13-A2D5-4F7E-A072-EE285082AA47}" srcOrd="3" destOrd="0" parTransId="{A9D528EB-A868-4B75-9A0A-B408C6E1AC0C}" sibTransId="{68122244-3C32-42BF-A17E-38BBCEFBD598}"/>
    <dgm:cxn modelId="{C17244EC-146D-4482-97E7-6C2BB2E4EFC3}" type="presOf" srcId="{AC33D8AC-BE7A-4264-A1AD-CFFC64323CD1}" destId="{2FCA3B48-1FD7-4C4A-95D1-4F44518DF387}" srcOrd="0" destOrd="0" presId="urn:microsoft.com/office/officeart/2005/8/layout/bProcess4"/>
    <dgm:cxn modelId="{CE32ECE3-C04A-4D1F-8C6A-3E5D066C55EB}" type="presParOf" srcId="{DE13754D-C087-4001-96FC-F48F529547A3}" destId="{305FC27A-F37E-4B44-B24C-18E293F545A8}" srcOrd="0" destOrd="0" presId="urn:microsoft.com/office/officeart/2005/8/layout/bProcess4"/>
    <dgm:cxn modelId="{D0F1C911-F4E8-4ECD-99F5-964F8AD94334}" type="presParOf" srcId="{305FC27A-F37E-4B44-B24C-18E293F545A8}" destId="{551B2B42-A786-4ACE-AD51-1C6D5A5CC502}" srcOrd="0" destOrd="0" presId="urn:microsoft.com/office/officeart/2005/8/layout/bProcess4"/>
    <dgm:cxn modelId="{3C6DC893-3B4B-4C82-A594-AE9E0CFF2072}" type="presParOf" srcId="{305FC27A-F37E-4B44-B24C-18E293F545A8}" destId="{AE348415-39DE-4D50-9BAF-3A3C7AA9E0CF}" srcOrd="1" destOrd="0" presId="urn:microsoft.com/office/officeart/2005/8/layout/bProcess4"/>
    <dgm:cxn modelId="{C5635111-E862-4D31-9B42-C345FA97BA7E}" type="presParOf" srcId="{DE13754D-C087-4001-96FC-F48F529547A3}" destId="{FFE79E8F-4EFA-4461-BE81-6C5AB6FF7469}" srcOrd="1" destOrd="0" presId="urn:microsoft.com/office/officeart/2005/8/layout/bProcess4"/>
    <dgm:cxn modelId="{F9E936E3-F4EC-4B7A-B806-527F0D879B6E}" type="presParOf" srcId="{DE13754D-C087-4001-96FC-F48F529547A3}" destId="{AC062A8D-A04F-41AD-97DE-84C772634F09}" srcOrd="2" destOrd="0" presId="urn:microsoft.com/office/officeart/2005/8/layout/bProcess4"/>
    <dgm:cxn modelId="{22AB1684-7A64-4B17-AFCF-C99570B22076}" type="presParOf" srcId="{AC062A8D-A04F-41AD-97DE-84C772634F09}" destId="{4E576774-7380-4D16-A210-649226B1B91A}" srcOrd="0" destOrd="0" presId="urn:microsoft.com/office/officeart/2005/8/layout/bProcess4"/>
    <dgm:cxn modelId="{94366773-3167-4DD6-A721-A756DED36AC0}" type="presParOf" srcId="{AC062A8D-A04F-41AD-97DE-84C772634F09}" destId="{399F3152-19E8-481F-9824-8BFCDF53C76E}" srcOrd="1" destOrd="0" presId="urn:microsoft.com/office/officeart/2005/8/layout/bProcess4"/>
    <dgm:cxn modelId="{8B292A5B-080C-4F6B-93DD-A181CA1F0F8E}" type="presParOf" srcId="{DE13754D-C087-4001-96FC-F48F529547A3}" destId="{3E713587-2C30-4A13-8A24-6F47712F0978}" srcOrd="3" destOrd="0" presId="urn:microsoft.com/office/officeart/2005/8/layout/bProcess4"/>
    <dgm:cxn modelId="{5091C910-9DD4-42E3-8590-DCEDEB83B58E}" type="presParOf" srcId="{DE13754D-C087-4001-96FC-F48F529547A3}" destId="{B515A1DA-5FBE-46A9-ABA6-36222E51954E}" srcOrd="4" destOrd="0" presId="urn:microsoft.com/office/officeart/2005/8/layout/bProcess4"/>
    <dgm:cxn modelId="{9511729F-A1AB-49C5-B0C1-D95AC4AB416E}" type="presParOf" srcId="{B515A1DA-5FBE-46A9-ABA6-36222E51954E}" destId="{34EB6280-E701-448C-A3A7-86BDF8C1B9F8}" srcOrd="0" destOrd="0" presId="urn:microsoft.com/office/officeart/2005/8/layout/bProcess4"/>
    <dgm:cxn modelId="{022911FA-6E80-42E5-A37E-3ED14BDE2110}" type="presParOf" srcId="{B515A1DA-5FBE-46A9-ABA6-36222E51954E}" destId="{221AFABA-0F78-47D4-9FBF-A572FA06E8C7}" srcOrd="1" destOrd="0" presId="urn:microsoft.com/office/officeart/2005/8/layout/bProcess4"/>
    <dgm:cxn modelId="{B2989843-D9DE-411C-B6D2-4EDAA503E307}" type="presParOf" srcId="{DE13754D-C087-4001-96FC-F48F529547A3}" destId="{FC3195AB-8202-4A17-9946-47AB8FC26BBF}" srcOrd="5" destOrd="0" presId="urn:microsoft.com/office/officeart/2005/8/layout/bProcess4"/>
    <dgm:cxn modelId="{C3A1B643-1EBE-4029-904A-79DE9A98A9FC}" type="presParOf" srcId="{DE13754D-C087-4001-96FC-F48F529547A3}" destId="{C25F8390-AF54-4A30-AE6A-3707E6AB6983}" srcOrd="6" destOrd="0" presId="urn:microsoft.com/office/officeart/2005/8/layout/bProcess4"/>
    <dgm:cxn modelId="{2F8167E8-76A1-4C6D-86FC-9AE4BBC0E5B2}" type="presParOf" srcId="{C25F8390-AF54-4A30-AE6A-3707E6AB6983}" destId="{C8CA53F5-B592-4ABF-81A4-DF7DD901C25B}" srcOrd="0" destOrd="0" presId="urn:microsoft.com/office/officeart/2005/8/layout/bProcess4"/>
    <dgm:cxn modelId="{FCB213C4-8A5D-4901-8684-193D61D7B207}" type="presParOf" srcId="{C25F8390-AF54-4A30-AE6A-3707E6AB6983}" destId="{74353E8C-3A87-4F27-8596-CB3E0811C44E}" srcOrd="1" destOrd="0" presId="urn:microsoft.com/office/officeart/2005/8/layout/bProcess4"/>
    <dgm:cxn modelId="{7F16116A-D1A5-460C-AD16-ED653107FB9C}" type="presParOf" srcId="{DE13754D-C087-4001-96FC-F48F529547A3}" destId="{C559667C-A9BA-47B4-B41D-56C61DB3894D}" srcOrd="7" destOrd="0" presId="urn:microsoft.com/office/officeart/2005/8/layout/bProcess4"/>
    <dgm:cxn modelId="{203F5BFE-BA1E-4049-8D0D-B6431E1019F7}" type="presParOf" srcId="{DE13754D-C087-4001-96FC-F48F529547A3}" destId="{D606D4CA-B139-491C-83D3-7095361D6DC9}" srcOrd="8" destOrd="0" presId="urn:microsoft.com/office/officeart/2005/8/layout/bProcess4"/>
    <dgm:cxn modelId="{F98A3A86-CFB4-4F44-A5AA-7B96F5F25D49}" type="presParOf" srcId="{D606D4CA-B139-491C-83D3-7095361D6DC9}" destId="{DC9FD68B-8A28-4E79-ACDF-80CD4A643F6F}" srcOrd="0" destOrd="0" presId="urn:microsoft.com/office/officeart/2005/8/layout/bProcess4"/>
    <dgm:cxn modelId="{3CF5DC2C-63CD-4594-9559-3D17B1488FBA}" type="presParOf" srcId="{D606D4CA-B139-491C-83D3-7095361D6DC9}" destId="{22578189-D89A-4754-B497-341C193B50C2}" srcOrd="1" destOrd="0" presId="urn:microsoft.com/office/officeart/2005/8/layout/bProcess4"/>
    <dgm:cxn modelId="{B509F321-4745-408A-9706-101A456CB7B9}" type="presParOf" srcId="{DE13754D-C087-4001-96FC-F48F529547A3}" destId="{2FCA3B48-1FD7-4C4A-95D1-4F44518DF387}" srcOrd="9" destOrd="0" presId="urn:microsoft.com/office/officeart/2005/8/layout/bProcess4"/>
    <dgm:cxn modelId="{1F0E3B9A-FA5A-439F-9BF5-3EFE2791E846}" type="presParOf" srcId="{DE13754D-C087-4001-96FC-F48F529547A3}" destId="{B6C1DD28-116F-4C51-9F3F-BE2FE23A27FB}" srcOrd="10" destOrd="0" presId="urn:microsoft.com/office/officeart/2005/8/layout/bProcess4"/>
    <dgm:cxn modelId="{B57E1FCA-6A94-469D-9E5B-790AD4A276D6}" type="presParOf" srcId="{B6C1DD28-116F-4C51-9F3F-BE2FE23A27FB}" destId="{C36A2B99-EA39-4191-A025-8BEAA78B0997}" srcOrd="0" destOrd="0" presId="urn:microsoft.com/office/officeart/2005/8/layout/bProcess4"/>
    <dgm:cxn modelId="{B0CFFA7E-456F-4311-BAB0-B1BF2653D7D9}" type="presParOf" srcId="{B6C1DD28-116F-4C51-9F3F-BE2FE23A27FB}" destId="{22304B63-0D55-490B-9389-B58E0699E414}" srcOrd="1" destOrd="0" presId="urn:microsoft.com/office/officeart/2005/8/layout/bProcess4"/>
    <dgm:cxn modelId="{FDECE399-615D-4606-B917-8D9280C2B04D}" type="presParOf" srcId="{DE13754D-C087-4001-96FC-F48F529547A3}" destId="{A3568425-77D3-4B64-B2E8-51005C3CF175}" srcOrd="11" destOrd="0" presId="urn:microsoft.com/office/officeart/2005/8/layout/bProcess4"/>
    <dgm:cxn modelId="{9BFC5DA7-EDD1-45A2-A314-CF552CAD9536}" type="presParOf" srcId="{DE13754D-C087-4001-96FC-F48F529547A3}" destId="{741B33E7-16FE-4896-ACD4-40510388B3C3}" srcOrd="12" destOrd="0" presId="urn:microsoft.com/office/officeart/2005/8/layout/bProcess4"/>
    <dgm:cxn modelId="{68A33904-1341-45FE-8410-EEB1915828E8}" type="presParOf" srcId="{741B33E7-16FE-4896-ACD4-40510388B3C3}" destId="{C5D27CBF-BCA3-4358-AF48-142AD56634D2}" srcOrd="0" destOrd="0" presId="urn:microsoft.com/office/officeart/2005/8/layout/bProcess4"/>
    <dgm:cxn modelId="{29DD3A96-820E-406C-BF6E-4C4A441FAC2A}" type="presParOf" srcId="{741B33E7-16FE-4896-ACD4-40510388B3C3}" destId="{31AC2B04-1465-43F3-ADC4-C129B93851C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79E8F-4EFA-4461-BE81-6C5AB6FF7469}">
      <dsp:nvSpPr>
        <dsp:cNvPr id="0" name=""/>
        <dsp:cNvSpPr/>
      </dsp:nvSpPr>
      <dsp:spPr>
        <a:xfrm rot="5400000">
          <a:off x="1248360" y="987702"/>
          <a:ext cx="1543362" cy="18603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48415-39DE-4D50-9BAF-3A3C7AA9E0CF}">
      <dsp:nvSpPr>
        <dsp:cNvPr id="0" name=""/>
        <dsp:cNvSpPr/>
      </dsp:nvSpPr>
      <dsp:spPr>
        <a:xfrm>
          <a:off x="1603182" y="2409"/>
          <a:ext cx="2067027" cy="1240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 project folder using poetry and installing dependencies.</a:t>
          </a:r>
          <a:endParaRPr lang="en-NG" sz="1600" kern="1200" dirty="0"/>
        </a:p>
      </dsp:txBody>
      <dsp:txXfrm>
        <a:off x="1639507" y="38734"/>
        <a:ext cx="1994377" cy="1167566"/>
      </dsp:txXfrm>
    </dsp:sp>
    <dsp:sp modelId="{3E713587-2C30-4A13-8A24-6F47712F0978}">
      <dsp:nvSpPr>
        <dsp:cNvPr id="0" name=""/>
        <dsp:cNvSpPr/>
      </dsp:nvSpPr>
      <dsp:spPr>
        <a:xfrm rot="5400000">
          <a:off x="1248360" y="2537972"/>
          <a:ext cx="1543362" cy="18603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F3152-19E8-481F-9824-8BFCDF53C76E}">
      <dsp:nvSpPr>
        <dsp:cNvPr id="0" name=""/>
        <dsp:cNvSpPr/>
      </dsp:nvSpPr>
      <dsp:spPr>
        <a:xfrm>
          <a:off x="1603182" y="1552680"/>
          <a:ext cx="2067027" cy="1240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 script for downloading data using requests package.</a:t>
          </a:r>
          <a:endParaRPr lang="en-NG" sz="1600" kern="1200" dirty="0"/>
        </a:p>
      </dsp:txBody>
      <dsp:txXfrm>
        <a:off x="1639507" y="1589005"/>
        <a:ext cx="1994377" cy="1167566"/>
      </dsp:txXfrm>
    </dsp:sp>
    <dsp:sp modelId="{FC3195AB-8202-4A17-9946-47AB8FC26BBF}">
      <dsp:nvSpPr>
        <dsp:cNvPr id="0" name=""/>
        <dsp:cNvSpPr/>
      </dsp:nvSpPr>
      <dsp:spPr>
        <a:xfrm>
          <a:off x="2023496" y="3313108"/>
          <a:ext cx="2742238" cy="18603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AFABA-0F78-47D4-9FBF-A572FA06E8C7}">
      <dsp:nvSpPr>
        <dsp:cNvPr id="0" name=""/>
        <dsp:cNvSpPr/>
      </dsp:nvSpPr>
      <dsp:spPr>
        <a:xfrm>
          <a:off x="1603182" y="3102951"/>
          <a:ext cx="2067027" cy="1240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CALL FASTAPI  TO ACCESS DATA PROCESSING API.</a:t>
          </a:r>
          <a:endParaRPr lang="en-NG" sz="1600" kern="1200" dirty="0"/>
        </a:p>
      </dsp:txBody>
      <dsp:txXfrm>
        <a:off x="1639507" y="3139276"/>
        <a:ext cx="1994377" cy="1167566"/>
      </dsp:txXfrm>
    </dsp:sp>
    <dsp:sp modelId="{C559667C-A9BA-47B4-B41D-56C61DB3894D}">
      <dsp:nvSpPr>
        <dsp:cNvPr id="0" name=""/>
        <dsp:cNvSpPr/>
      </dsp:nvSpPr>
      <dsp:spPr>
        <a:xfrm rot="16198711">
          <a:off x="3997218" y="2537972"/>
          <a:ext cx="1543362" cy="18603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53E8C-3A87-4F27-8596-CB3E0811C44E}">
      <dsp:nvSpPr>
        <dsp:cNvPr id="0" name=""/>
        <dsp:cNvSpPr/>
      </dsp:nvSpPr>
      <dsp:spPr>
        <a:xfrm>
          <a:off x="4352329" y="3102951"/>
          <a:ext cx="2067027" cy="1240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Aggregating Categorical and Numerical columns to gain insights.</a:t>
          </a:r>
          <a:endParaRPr lang="en-NG" sz="1600" kern="1200" dirty="0"/>
        </a:p>
      </dsp:txBody>
      <dsp:txXfrm>
        <a:off x="4388654" y="3139276"/>
        <a:ext cx="1994377" cy="1167566"/>
      </dsp:txXfrm>
    </dsp:sp>
    <dsp:sp modelId="{2FCA3B48-1FD7-4C4A-95D1-4F44518DF387}">
      <dsp:nvSpPr>
        <dsp:cNvPr id="0" name=""/>
        <dsp:cNvSpPr/>
      </dsp:nvSpPr>
      <dsp:spPr>
        <a:xfrm rot="16200000">
          <a:off x="3996928" y="987702"/>
          <a:ext cx="1543362" cy="18603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78189-D89A-4754-B497-341C193B50C2}">
      <dsp:nvSpPr>
        <dsp:cNvPr id="0" name=""/>
        <dsp:cNvSpPr/>
      </dsp:nvSpPr>
      <dsp:spPr>
        <a:xfrm>
          <a:off x="4351750" y="1552680"/>
          <a:ext cx="2067027" cy="1240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Cleaning Loaded datasets</a:t>
          </a:r>
          <a:endParaRPr lang="en-NG" sz="1600" kern="1200" dirty="0"/>
        </a:p>
      </dsp:txBody>
      <dsp:txXfrm>
        <a:off x="4388075" y="1589005"/>
        <a:ext cx="1994377" cy="1167566"/>
      </dsp:txXfrm>
    </dsp:sp>
    <dsp:sp modelId="{A3568425-77D3-4B64-B2E8-51005C3CF175}">
      <dsp:nvSpPr>
        <dsp:cNvPr id="0" name=""/>
        <dsp:cNvSpPr/>
      </dsp:nvSpPr>
      <dsp:spPr>
        <a:xfrm>
          <a:off x="4772064" y="212566"/>
          <a:ext cx="2742817" cy="18603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04B63-0D55-490B-9389-B58E0699E414}">
      <dsp:nvSpPr>
        <dsp:cNvPr id="0" name=""/>
        <dsp:cNvSpPr/>
      </dsp:nvSpPr>
      <dsp:spPr>
        <a:xfrm>
          <a:off x="4351750" y="2409"/>
          <a:ext cx="2067027" cy="1240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Loading separate sheets using pandas and </a:t>
          </a:r>
          <a:r>
            <a:rPr lang="en-GB" sz="1600" kern="1200" dirty="0" err="1"/>
            <a:t>polars</a:t>
          </a:r>
          <a:r>
            <a:rPr lang="en-GB" sz="1600" kern="1200" dirty="0"/>
            <a:t> and comparing time taken.</a:t>
          </a:r>
          <a:endParaRPr lang="en-NG" sz="1600" kern="1200" dirty="0"/>
        </a:p>
      </dsp:txBody>
      <dsp:txXfrm>
        <a:off x="4388075" y="38734"/>
        <a:ext cx="1994377" cy="1167566"/>
      </dsp:txXfrm>
    </dsp:sp>
    <dsp:sp modelId="{31AC2B04-1465-43F3-ADC4-C129B93851C9}">
      <dsp:nvSpPr>
        <dsp:cNvPr id="0" name=""/>
        <dsp:cNvSpPr/>
      </dsp:nvSpPr>
      <dsp:spPr>
        <a:xfrm>
          <a:off x="7101475" y="2409"/>
          <a:ext cx="2067027" cy="1240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Download processed files as Json and Parquet file types.</a:t>
          </a:r>
          <a:r>
            <a:rPr lang="en-US" sz="1600" kern="1200" dirty="0"/>
            <a:t>.</a:t>
          </a:r>
          <a:endParaRPr lang="en-NG" sz="1600" kern="1200" dirty="0"/>
        </a:p>
      </dsp:txBody>
      <dsp:txXfrm>
        <a:off x="7137800" y="38734"/>
        <a:ext cx="1994377" cy="1167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82DB-ACB6-4FFD-8521-3F284956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Processing API Workflow CALL FASTAPI  TO ACCESS DATA PROCESSING API</a:t>
            </a:r>
            <a:br>
              <a:rPr lang="en-NG" dirty="0"/>
            </a:br>
            <a:endParaRPr lang="en-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4E2E87-633C-4059-82E9-C01C60B4C8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7343511"/>
              </p:ext>
            </p:extLst>
          </p:nvPr>
        </p:nvGraphicFramePr>
        <p:xfrm>
          <a:off x="496390" y="2081348"/>
          <a:ext cx="10771686" cy="4345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5864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73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Goudy Old Style</vt:lpstr>
      <vt:lpstr>Trebuchet MS</vt:lpstr>
      <vt:lpstr>Wingdings 2</vt:lpstr>
      <vt:lpstr>SlateVTI</vt:lpstr>
      <vt:lpstr>Data Processing API Workflow CALL FASTAPI  TO ACCESS DATA PROCESSING API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2025-03-01T14:11:53Z</dcterms:created>
  <dcterms:modified xsi:type="dcterms:W3CDTF">2025-03-01T20:24:21Z</dcterms:modified>
</cp:coreProperties>
</file>